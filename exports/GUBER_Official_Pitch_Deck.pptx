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8"/>
          </a:solidFill>
          <a:ln w="12700">
            <a:solidFill>
              <a:srgbClr val="0606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INVESTOR BRIEF ·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GUBER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Name It. GUBER Gets It Done."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3977640"/>
            <a:ext cx="8531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marketplace for real-world work, services, local tasks, inspections, transport, and opportunity.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0" y="4846320"/>
            <a:ext cx="3959352" cy="36576"/>
          </a:xfrm>
          <a:prstGeom prst="rect">
            <a:avLst/>
          </a:prstGeom>
          <a:solidFill>
            <a:srgbClr val="1A1A28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029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Guber Global LLC · 100% Founder Owned · Live on Web + Google Play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—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everywhere.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097280" cy="36576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need things done now, but the path from need to action is broken.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749040" cy="2011680"/>
          </a:xfrm>
          <a:prstGeom prst="rect">
            <a:avLst/>
          </a:prstGeom>
          <a:solidFill>
            <a:srgbClr val="0F0F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36576" cy="2011680"/>
          </a:xfrm>
          <a:prstGeom prst="rect">
            <a:avLst/>
          </a:prstGeom>
          <a:solidFill>
            <a:srgbClr val="D100FF"/>
          </a:solidFill>
          <a:ln w="12700">
            <a:solidFill>
              <a:srgbClr val="D10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is fragmented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boards, classifieds, social media, random referrals — nothing connects need to action fast.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749040" cy="2011680"/>
          </a:xfrm>
          <a:prstGeom prst="rect">
            <a:avLst/>
          </a:prstGeom>
          <a:solidFill>
            <a:srgbClr val="0F0F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737360"/>
            <a:ext cx="36576" cy="2011680"/>
          </a:xfrm>
          <a:prstGeom prst="rect">
            <a:avLst/>
          </a:prstGeom>
          <a:solidFill>
            <a:srgbClr val="D100FF"/>
          </a:solidFill>
          <a:ln w="12700">
            <a:solidFill>
              <a:srgbClr val="D10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874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can't find fast income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3317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skills have no trusted centralized place to find real paid local work right now.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21040" y="1737360"/>
            <a:ext cx="3749040" cy="2011680"/>
          </a:xfrm>
          <a:prstGeom prst="rect">
            <a:avLst/>
          </a:prstGeom>
          <a:solidFill>
            <a:srgbClr val="0F0F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737360"/>
            <a:ext cx="36576" cy="2011680"/>
          </a:xfrm>
          <a:prstGeom prst="rect">
            <a:avLst/>
          </a:prstGeom>
          <a:solidFill>
            <a:srgbClr val="D100FF"/>
          </a:solidFill>
          <a:ln w="12700">
            <a:solidFill>
              <a:srgbClr val="D10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874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trusted middle ground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3920" y="23317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cash transactions have zero verification, zero accountability, zero recourse.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7160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need is everywhere. The visibility isn't."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—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GUBER turns needs into action.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097280" cy="36576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Post a task, hire help, find work, request inspections, sell items, move vehicles, complete local missions.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943600" cy="1463040"/>
          </a:xfrm>
          <a:prstGeom prst="rect">
            <a:avLst/>
          </a:prstGeom>
          <a:solidFill>
            <a:srgbClr val="0F0F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36576" cy="146304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 — Job Assistance Coordinator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GUBER's AI assistant helps users instantly figure out what to post, where to go, and what action to take. Guided from first tap to first dollar.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0" y="17373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Modules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512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Hire Help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 Work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See For 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Marketplace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 Board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Wanted Board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Discovery via JAC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— PRODUCT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Many actions.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097280" cy="36576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743200" cy="3840480"/>
          </a:xfrm>
          <a:prstGeom prst="rect">
            <a:avLst/>
          </a:prstGeom>
          <a:solidFill>
            <a:srgbClr val="0A0A10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[App Screen]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303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Feed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743200" cy="3840480"/>
          </a:xfrm>
          <a:prstGeom prst="rect">
            <a:avLst/>
          </a:prstGeom>
          <a:solidFill>
            <a:srgbClr val="0A0A10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[App Screen]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5303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Map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2743200" cy="3840480"/>
          </a:xfrm>
          <a:prstGeom prst="rect">
            <a:avLst/>
          </a:prstGeom>
          <a:solidFill>
            <a:srgbClr val="0A0A10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[App Screen]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5303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 Me / V&amp;I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235440" y="1371600"/>
            <a:ext cx="2743200" cy="3840480"/>
          </a:xfrm>
          <a:prstGeom prst="rect">
            <a:avLst/>
          </a:prstGeom>
          <a:solidFill>
            <a:srgbClr val="0A0A10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[App Screen]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235440" y="5303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5760720"/>
            <a:ext cx="2651760" cy="32004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8064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Help / Find Work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3280" y="5760720"/>
            <a:ext cx="2651760" cy="32004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58064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Board Transport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09360" y="5760720"/>
            <a:ext cx="2651760" cy="32004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58064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 Me Inspections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235440" y="5760720"/>
            <a:ext cx="2651760" cy="32004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58064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+ Studio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— WHY NOW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conditions are perfect.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097280" cy="36576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GUBER combines work, services, marketplace, transport, inspections, and AI at the exact moment the market demands it.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669280" cy="1143000"/>
          </a:xfrm>
          <a:prstGeom prst="rect">
            <a:avLst/>
          </a:prstGeom>
          <a:solidFill>
            <a:srgbClr val="0F0F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36576" cy="1143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013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Mobile-first everything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6712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expect to transact entirely from their phone.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5669280" cy="1143000"/>
          </a:xfrm>
          <a:prstGeom prst="rect">
            <a:avLst/>
          </a:prstGeom>
          <a:solidFill>
            <a:srgbClr val="0F0F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691640"/>
            <a:ext cx="36576" cy="1143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8013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Flexible work is the default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216712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workforce has permanently shifted to flexible, independent income.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5669280" cy="1143000"/>
          </a:xfrm>
          <a:prstGeom prst="rect">
            <a:avLst/>
          </a:prstGeom>
          <a:solidFill>
            <a:srgbClr val="0F0F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36576" cy="1143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186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AI-assisted search is expected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58444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expect instant, guided answers. JAC delivers from the first tap.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3108960"/>
            <a:ext cx="5669280" cy="1143000"/>
          </a:xfrm>
          <a:prstGeom prst="rect">
            <a:avLst/>
          </a:prstGeom>
          <a:solidFill>
            <a:srgbClr val="0F0F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108960"/>
            <a:ext cx="36576" cy="1143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2186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Trust is the missing layer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358444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demand verified identity before local transactions.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526280"/>
            <a:ext cx="11247120" cy="1143000"/>
          </a:xfrm>
          <a:prstGeom prst="rect">
            <a:avLst/>
          </a:prstGeom>
          <a:solidFill>
            <a:srgbClr val="0F0F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526280"/>
            <a:ext cx="36576" cy="1143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63600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Local commerce is exploding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00176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local services have grown exponentially since 2020.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— MARKET OPPORTUNITY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trillion-dollar intersection.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097280" cy="36576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GUBER targets a combined trillion-dollar-plus opportunity across labor, services, commerce, and logistics.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749040" cy="3200400"/>
          </a:xfrm>
          <a:prstGeom prst="rect">
            <a:avLst/>
          </a:prstGeom>
          <a:solidFill>
            <a:srgbClr val="0F0F1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828800"/>
            <a:ext cx="2286000" cy="32004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8653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677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$2T+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94360" y="3474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gig labor, logistics, marketplace, inspections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691640"/>
            <a:ext cx="3749040" cy="3200400"/>
          </a:xfrm>
          <a:prstGeom prst="rect">
            <a:avLst/>
          </a:prstGeom>
          <a:solidFill>
            <a:srgbClr val="0F0F1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1828800"/>
            <a:ext cx="2286000" cy="32004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8653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22677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Available Market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9120" y="26060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$250B+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526280" y="3474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U.S.: local workers, transport, marketplace transactions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21040" y="1691640"/>
            <a:ext cx="3749040" cy="3200400"/>
          </a:xfrm>
          <a:prstGeom prst="rect">
            <a:avLst/>
          </a:prstGeom>
          <a:solidFill>
            <a:srgbClr val="0F0F1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0" y="1828800"/>
            <a:ext cx="2286000" cy="32004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18653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21040" y="22677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Opportunity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321040" y="26060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$250M+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458200" y="3474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 market share — city-by-city activation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120640"/>
            <a:ext cx="2743200" cy="347472"/>
          </a:xfrm>
          <a:prstGeom prst="roundRect">
            <a:avLst/>
          </a:prstGeom>
          <a:solidFill>
            <a:srgbClr val="0D0D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166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Staffing ~$180B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3280" y="5120640"/>
            <a:ext cx="2743200" cy="347472"/>
          </a:xfrm>
          <a:prstGeom prst="roundRect">
            <a:avLst/>
          </a:prstGeom>
          <a:solidFill>
            <a:srgbClr val="0D0D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5166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Logistics $11T+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09360" y="5120640"/>
            <a:ext cx="2743200" cy="347472"/>
          </a:xfrm>
          <a:prstGeom prst="roundRect">
            <a:avLst/>
          </a:prstGeom>
          <a:solidFill>
            <a:srgbClr val="0D0D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5166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Economy ~$450B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235440" y="5120640"/>
            <a:ext cx="2743200" cy="347472"/>
          </a:xfrm>
          <a:prstGeom prst="roundRect">
            <a:avLst/>
          </a:prstGeom>
          <a:solidFill>
            <a:srgbClr val="0D0D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35440" y="5166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Services $200B+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— BUSINESS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live revenue streams.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097280" cy="36576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vertical runs on the same trust rail. One platform. Compounding revenue.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749040" cy="2011680"/>
          </a:xfrm>
          <a:prstGeom prst="rect">
            <a:avLst/>
          </a:prstGeom>
          <a:solidFill>
            <a:srgbClr val="0F0F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36576" cy="201168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709928"/>
            <a:ext cx="1828800" cy="274320"/>
          </a:xfrm>
          <a:prstGeom prst="roundRect">
            <a:avLst/>
          </a:prstGeom>
          <a:solidFill>
            <a:srgbClr val="0F2E0A"/>
          </a:solidFill>
          <a:ln w="12700">
            <a:solidFill>
              <a:srgbClr val="1239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2821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0756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20% on every completed job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7706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18% for Day-1 OG members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1181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+3.2% payment processing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1600200"/>
            <a:ext cx="3749040" cy="2011680"/>
          </a:xfrm>
          <a:prstGeom prst="rect">
            <a:avLst/>
          </a:prstGeom>
          <a:solidFill>
            <a:srgbClr val="0F0F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1600200"/>
            <a:ext cx="36576" cy="2011680"/>
          </a:xfrm>
          <a:prstGeom prst="rect">
            <a:avLst/>
          </a:prstGeom>
          <a:solidFill>
            <a:srgbClr val="D100FF"/>
          </a:solidFill>
          <a:ln w="12700">
            <a:solidFill>
              <a:srgbClr val="D100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6280" y="1709928"/>
            <a:ext cx="1828800" cy="274320"/>
          </a:xfrm>
          <a:prstGeom prst="roundRect">
            <a:avLst/>
          </a:prstGeom>
          <a:solidFill>
            <a:srgbClr val="0F2E0A"/>
          </a:solidFill>
          <a:ln w="12700">
            <a:solidFill>
              <a:srgbClr val="1239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72821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26280" y="20756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 Me / V&amp;I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20% platform fee per inspection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26280" y="27706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Inspector earns $40–$120+ per job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26280" y="31181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Buyer Order documents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321040" y="1600200"/>
            <a:ext cx="3749040" cy="2011680"/>
          </a:xfrm>
          <a:prstGeom prst="rect">
            <a:avLst/>
          </a:prstGeom>
          <a:solidFill>
            <a:srgbClr val="0F0F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1600200"/>
            <a:ext cx="36576" cy="20116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1709928"/>
            <a:ext cx="1828800" cy="274320"/>
          </a:xfrm>
          <a:prstGeom prst="roundRect">
            <a:avLst/>
          </a:prstGeom>
          <a:solidFill>
            <a:srgbClr val="0F2E0A"/>
          </a:solidFill>
          <a:ln w="12700">
            <a:solidFill>
              <a:srgbClr val="1239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172821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20756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Board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5820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20% fee on completed loads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58200" y="27706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Verified carrier network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58200" y="31181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Escrow + proof of delivery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794760"/>
            <a:ext cx="3749040" cy="2011680"/>
          </a:xfrm>
          <a:prstGeom prst="rect">
            <a:avLst/>
          </a:prstGeom>
          <a:solidFill>
            <a:srgbClr val="0F0F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794760"/>
            <a:ext cx="36576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3904488"/>
            <a:ext cx="1828800" cy="274320"/>
          </a:xfrm>
          <a:prstGeom prst="roundRect">
            <a:avLst/>
          </a:prstGeom>
          <a:solidFill>
            <a:srgbClr val="0F2E0A"/>
          </a:solidFill>
          <a:ln w="12700">
            <a:solidFill>
              <a:srgbClr val="1239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9227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94360" y="42702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Tools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" y="4617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$99/mo Scout Plan (20 unlocks)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" y="49651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$49 one-time business verification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" y="53126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offer and barter rails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389120" y="3794760"/>
            <a:ext cx="3749040" cy="2011680"/>
          </a:xfrm>
          <a:prstGeom prst="rect">
            <a:avLst/>
          </a:prstGeom>
          <a:solidFill>
            <a:srgbClr val="0F0F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89120" y="3794760"/>
            <a:ext cx="36576" cy="20116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26280" y="3904488"/>
            <a:ext cx="1828800" cy="274320"/>
          </a:xfrm>
          <a:prstGeom prst="roundRect">
            <a:avLst/>
          </a:prstGeom>
          <a:solidFill>
            <a:srgbClr val="0F2E0A"/>
          </a:solidFill>
          <a:ln w="12700">
            <a:solidFill>
              <a:srgbClr val="12390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26280" y="39227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26280" y="42702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GUBER Studio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26280" y="4617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media credit packs $5–$200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26280" y="49651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Tiers: $10.99 / $37.99 / $99/mo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26280" y="53126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Text-to-video, motion, music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321040" y="3794760"/>
            <a:ext cx="3749040" cy="2011680"/>
          </a:xfrm>
          <a:prstGeom prst="rect">
            <a:avLst/>
          </a:prstGeom>
          <a:solidFill>
            <a:srgbClr val="0F0F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21040" y="3794760"/>
            <a:ext cx="36576" cy="20116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58200" y="3904488"/>
            <a:ext cx="1828800" cy="274320"/>
          </a:xfrm>
          <a:prstGeom prst="roundRect">
            <a:avLst/>
          </a:prstGeom>
          <a:solidFill>
            <a:srgbClr val="0F2E0A"/>
          </a:solidFill>
          <a:ln w="12700">
            <a:solidFill>
              <a:srgbClr val="12390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58200" y="39227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458200" y="42702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+ Drops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458200" y="4617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$4.99/mo Trust Box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458200" y="49651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~60% margin on Cash Drop sponsorships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458200" y="53126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Observation marketplace (20%)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 — TRACTION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platform. Real users. Right now.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097280" cy="36576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749040" cy="1645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749040" cy="1645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5544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389120" y="2560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ANDROID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321040" y="1371600"/>
            <a:ext cx="3749040" cy="1645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5544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321040" y="2560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/ JOBS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Native Android live on Google Play since April 8, 2026 — zero paid acquisition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app live and serving real users at guberapp.com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25196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iOS App Store review process underway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32461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Stripe Connect, escrow, and payouts wired end-to-end and tested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374904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Cash Drops already paying real winners — photographed and posted publicly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425196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Founder-built platform — every revenue stream is live or one flag away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5715000"/>
            <a:ext cx="11247120" cy="594360"/>
          </a:xfrm>
          <a:prstGeom prst="rect">
            <a:avLst/>
          </a:prstGeom>
          <a:solidFill>
            <a:srgbClr val="080F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77900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Traction Note: User count is currently validating. All other metrics reflect live platform behavior — not projections.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 — GO-TO-MARKET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City-by-city. Supply before demand.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097280" cy="36576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comes from community activation — not paid advertising. Start local. Prove repeatability. Expand.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749040" cy="1965960"/>
          </a:xfrm>
          <a:prstGeom prst="rect">
            <a:avLst/>
          </a:prstGeom>
          <a:solidFill>
            <a:srgbClr val="0F0F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36576" cy="1965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city supply first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2432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Workers, transporters, inspectors, and service providers via missions and local jobs.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691640"/>
            <a:ext cx="3749040" cy="1965960"/>
          </a:xfrm>
          <a:prstGeom prst="rect">
            <a:avLst/>
          </a:prstGeom>
          <a:solidFill>
            <a:srgbClr val="0F0F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691640"/>
            <a:ext cx="36576" cy="1965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2240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JAC-guided onboarding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62432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user guided from signup to first action. No confusion, no learning curve.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321040" y="1691640"/>
            <a:ext cx="3749040" cy="1965960"/>
          </a:xfrm>
          <a:prstGeom prst="rect">
            <a:avLst/>
          </a:prstGeom>
          <a:solidFill>
            <a:srgbClr val="0F0F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691640"/>
            <a:ext cx="36576" cy="1965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0" y="2240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Drops drive installs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0" y="262432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Geo-sponsored cash rewards create organic word-of-mouth and real installs.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3749040" cy="1965960"/>
          </a:xfrm>
          <a:prstGeom prst="rect">
            <a:avLst/>
          </a:prstGeom>
          <a:solidFill>
            <a:srgbClr val="0F0F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840480"/>
            <a:ext cx="36576" cy="1965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977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" y="4389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partnerships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77316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businesses unlock talent and verification via Scout Plan and V&amp;I.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89120" y="3840480"/>
            <a:ext cx="3749040" cy="1965960"/>
          </a:xfrm>
          <a:prstGeom prst="rect">
            <a:avLst/>
          </a:prstGeom>
          <a:solidFill>
            <a:srgbClr val="0F0F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3840480"/>
            <a:ext cx="36576" cy="1965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977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2000" y="4389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loops compound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0" y="477316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completed job is shareable proof of income. Workers recruit workers.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321040" y="3840480"/>
            <a:ext cx="3749040" cy="1965960"/>
          </a:xfrm>
          <a:prstGeom prst="rect">
            <a:avLst/>
          </a:prstGeom>
          <a:solidFill>
            <a:srgbClr val="0F0F16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3840480"/>
            <a:ext cx="36576" cy="1965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3977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503920" y="4389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by city, then national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03920" y="477316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density before breadth. Document what works. Roll the playbook forward.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— THE ASK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strategic funding and partnership.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097280" cy="36576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303520" cy="1828800"/>
          </a:xfrm>
          <a:prstGeom prst="rect">
            <a:avLst/>
          </a:prstGeom>
          <a:solidFill>
            <a:srgbClr val="091508"/>
          </a:solidFill>
          <a:ln w="12700">
            <a:solidFill>
              <a:srgbClr val="1239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$1,000,000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target over 18 months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$15M early-stage valuation framework. Capital goes to growth — not engineering. The product is already built and live.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0" y="1371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0" y="16916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Acquisition &amp; Activation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0" y="1691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984248"/>
            <a:ext cx="5486400" cy="9144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984248"/>
            <a:ext cx="1920240" cy="9144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240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Development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41280" y="22402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532888"/>
            <a:ext cx="5486400" cy="9144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532888"/>
            <a:ext cx="1645920" cy="91440"/>
          </a:xfrm>
          <a:prstGeom prst="rect">
            <a:avLst/>
          </a:prstGeom>
          <a:solidFill>
            <a:srgbClr val="D100FF"/>
          </a:solidFill>
          <a:ln w="12700">
            <a:solidFill>
              <a:srgbClr val="D10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788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Safety &amp; Compliance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241280" y="27889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081528"/>
            <a:ext cx="5486400" cy="9144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081528"/>
            <a:ext cx="82296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3337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&amp; Biz Dev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0" y="33375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630168"/>
            <a:ext cx="5486400" cy="9144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630168"/>
            <a:ext cx="548640" cy="914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886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Operations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241280" y="38862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4178808"/>
            <a:ext cx="5486400" cy="9144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178808"/>
            <a:ext cx="274320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4434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Capital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241280" y="44348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4727448"/>
            <a:ext cx="5486400" cy="9144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4727448"/>
            <a:ext cx="274320" cy="9144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5074920"/>
            <a:ext cx="5486400" cy="1325880"/>
          </a:xfrm>
          <a:prstGeom prst="rect">
            <a:avLst/>
          </a:prstGeom>
          <a:solidFill>
            <a:srgbClr val="1A001C"/>
          </a:solidFill>
          <a:ln w="12700">
            <a:solidFill>
              <a:srgbClr val="3700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52120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"GUBER is not just another app. It is a real-world action engine."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09360" y="58978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Dimetris Bowden · Founder &amp; CEO · Guberapp.global@gmail.com · (251) 284-9412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2026-07-21T21:51:21Z</dcterms:created>
  <dcterms:modified xsi:type="dcterms:W3CDTF">2026-07-21T21:51:21Z</dcterms:modified>
</cp:coreProperties>
</file>