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PRIVATE INVESTOR BRIEF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Helvetica Neue"/>
              </a:rPr>
              <a:t>GUBER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200" b="1">
                <a:solidFill>
                  <a:srgbClr val="39FF14"/>
                </a:solidFill>
                <a:latin typeface="Helvetica Neue"/>
              </a:rPr>
              <a:t>Find Work.</a:t>
            </a:r>
            <a:r>
              <a:rPr sz="2200" b="1">
                <a:solidFill>
                  <a:srgbClr val="D100FF"/>
                </a:solidFill>
                <a:latin typeface="Helvetica Neue"/>
              </a:rPr>
              <a:t>  Hire Help.</a:t>
            </a:r>
            <a:r>
              <a:rPr sz="2200" b="1">
                <a:solidFill>
                  <a:srgbClr val="00E5FF"/>
                </a:solidFill>
                <a:latin typeface="Helvetica Neue"/>
              </a:rPr>
              <a:t>  Verify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Create Value In Yourself.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AABB"/>
                </a:solidFill>
                <a:latin typeface="Helvetica Neue"/>
              </a:rPr>
              <a:t>A trust-enforced local platform. Verified identity. On-platform payments. Structured proof of work.
Live on web and Google Play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— for invited investors only. Do not redistribute.   ·   guberapp.com   ·   Guberapp.global@gmail.com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2  ·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39FF14"/>
                </a:solidFill>
                <a:latin typeface="Helvetica Neue"/>
              </a:rPr>
              <a:t>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41732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D100FF"/>
                </a:solidFill>
                <a:latin typeface="Helvetica Neue"/>
              </a:rPr>
              <a:t>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41732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E5FF"/>
                </a:solidFill>
                <a:latin typeface="Helvetica Neue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AAABB"/>
                </a:solidFill>
                <a:latin typeface="Helvetica Neue"/>
              </a:rPr>
              <a:t>A person needing work struggles to find opportunity.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AAABB"/>
                </a:solidFill>
                <a:latin typeface="Helvetica Neue"/>
              </a:rPr>
              <a:t>A business needing help struggles to find reliable assistance.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192024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AAABB"/>
                </a:solidFill>
                <a:latin typeface="Helvetica Neue"/>
              </a:rPr>
              <a:t>A buyer making a large purchase struggles to verify what they are buying.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The need exists.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9FF14"/>
                </a:solidFill>
                <a:latin typeface="Helvetica Neue"/>
              </a:rPr>
              <a:t>The visibility does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3  ·  REAL PROBLEMS. REAL PEOPLE.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Real Problems. Real People.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347472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338328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9FF14"/>
                </a:solidFill>
                <a:latin typeface="Helvetica Neue"/>
              </a:rPr>
              <a:t>Transmission Failed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A transmission fails on Wednesday.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Payday is Friday.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The person needs money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371600"/>
            <a:ext cx="3657600" cy="347472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1481328"/>
            <a:ext cx="338328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100FF"/>
                </a:solidFill>
                <a:latin typeface="Helvetica Neue"/>
              </a:rPr>
              <a:t>GT500 Purchase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A buyer is about to spend tens of thousands of dollars on a vehicle located hundreds of miles away.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They need proof before they buy.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4736" y="1371600"/>
            <a:ext cx="3657600" cy="347472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481328"/>
            <a:ext cx="338328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E5FF"/>
                </a:solidFill>
                <a:latin typeface="Helvetica Neue"/>
              </a:rPr>
              <a:t>Airbnb Property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A property owner lives in another state.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They need eyes on a property they cannot physically visit.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Different situations. Same problem.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AABB"/>
                </a:solidFill>
                <a:latin typeface="Helvetica Neue"/>
              </a:rPr>
              <a:t>People need opportunity, help, and verification.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4  ·  THE EMOTIONAL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Create Value In Yourself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GUBER gives people a chance.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AABB"/>
                </a:solidFill>
                <a:latin typeface="Helvetica Neue"/>
              </a:rPr>
              <a:t>Not a guarantee.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9FF14"/>
                </a:solidFill>
                <a:latin typeface="Helvetica Neue"/>
              </a:rPr>
              <a:t>A chance.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9FF14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Helvetica Neue"/>
              </a:rPr>
              <a:t>Complete jobs.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15768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9FF14"/>
                </a:solidFill>
                <a:latin typeface="Helvetica Neu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15768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Helvetica Neue"/>
              </a:rPr>
              <a:t>Help others.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82696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9FF14"/>
                </a:solidFill>
                <a:latin typeface="Helvetica Neue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82696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Helvetica Neue"/>
              </a:rPr>
              <a:t>Verify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9624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9FF14"/>
                </a:solidFill>
                <a:latin typeface="Helvetica Neue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49624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Helvetica Neue"/>
              </a:rPr>
              <a:t>Build credibility.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16552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9FF14"/>
                </a:solidFill>
                <a:latin typeface="Helvetica Neue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16552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Helvetica Neue"/>
              </a:rPr>
              <a:t>Earn trust.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3716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600"/>
              </a:spcAft>
            </a:pPr>
            <a:r>
              <a:rPr sz="1300" b="1" i="0">
                <a:solidFill>
                  <a:srgbClr val="00E5FF"/>
                </a:solidFill>
                <a:latin typeface="Helvetica Neue"/>
              </a:rPr>
              <a:t>Your profile becomes a reflection of your actions.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AAAABB"/>
                </a:solidFill>
                <a:latin typeface="Helvetica Neue"/>
              </a:rPr>
              <a:t>GUBER does not judge people by assumptions.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GUBER documents what they 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5  · 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How GUBER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39FF14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Post a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Hirer describes what they need, sets a budget, and posts.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5544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39FF14"/>
                </a:solidFill>
                <a:latin typeface="Helvetica Neu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48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Accept a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6060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A verified worker sees the job and accepts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5544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39FF14"/>
                </a:solidFill>
                <a:latin typeface="Helvetica Neu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Complete the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6060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The worker does the work, in person or remotely.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544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39FF14"/>
                </a:solidFill>
                <a:latin typeface="Helvetica Neu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148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Submit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6060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GPS-verified photos and documentation submitted through the 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5544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39FF14"/>
                </a:solidFill>
                <a:latin typeface="Helvetica Neue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148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Build credibility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6060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Ratings, proof, and history stack up on both profiles.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8288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9FF14"/>
                </a:solidFill>
                <a:latin typeface="Helvetica Neue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8288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9FF14"/>
                </a:solidFill>
                <a:latin typeface="Helvetica Neue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8288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9FF14"/>
                </a:solidFill>
                <a:latin typeface="Helvetica Neue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8288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9FF14"/>
                </a:solidFill>
                <a:latin typeface="Helvetica Neue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39FF14"/>
                </a:solidFill>
                <a:latin typeface="Helvetica Neue"/>
              </a:rPr>
              <a:t>Simple.  Repeatable.  Scalable.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6  · 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AABB"/>
                </a:solidFill>
                <a:latin typeface="Helvetica Neue"/>
              </a:rPr>
              <a:t>This is not a pitch for a future product. GUBER is live, deployed, and already serving real users.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743200" cy="146304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24688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9FF14"/>
                </a:solidFill>
                <a:latin typeface="Helvetica Neue"/>
              </a:rPr>
              <a:t>100+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Downloads on Google Play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Organic — zero paid acquisition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737360"/>
            <a:ext cx="2743200" cy="146304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847088"/>
            <a:ext cx="24688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E5FF"/>
                </a:solidFill>
                <a:latin typeface="Helvetica Neue"/>
              </a:rPr>
              <a:t>Live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Web app at guberapp.com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Serving real users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2743200" cy="146304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24688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100FF"/>
                </a:solidFill>
                <a:latin typeface="Helvetica Neue"/>
              </a:rPr>
              <a:t>Active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Real jobs through Stripe Connect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Escrow + payout live end-to-end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737360"/>
            <a:ext cx="2743200" cy="146304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847088"/>
            <a:ext cx="24688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9E0B"/>
                </a:solidFill>
                <a:latin typeface="Helvetica Neue"/>
              </a:rPr>
              <a:t>Live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Sponsored Cash Drops in market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Real winners. Real cash. Public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050">
                <a:solidFill>
                  <a:srgbClr val="AAAABB"/>
                </a:solidFill>
                <a:latin typeface="Helvetica Neue"/>
              </a:rPr>
              <a:t>▸  Native Android live on Google Play since April 8, 2026. iOS App Store submission in progress.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AAAABB"/>
                </a:solidFill>
                <a:latin typeface="Helvetica Neue"/>
              </a:rPr>
              <a:t>▸  Web PWA live at guberapp.com serving real users today.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AAAABB"/>
                </a:solidFill>
                <a:latin typeface="Helvetica Neue"/>
              </a:rPr>
              <a:t>▸  Brand-funded Cash Drops already paying out to real users — winners photographed and posted publicly.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AAAABB"/>
                </a:solidFill>
                <a:latin typeface="Helvetica Neue"/>
              </a:rPr>
              <a:t>▸  Active social presence across LinkedIn, Facebook, TikTok, Instagram, and X — organic, zero paid promotion.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AAAABB"/>
                </a:solidFill>
                <a:latin typeface="Helvetica Neue"/>
              </a:rPr>
              <a:t>▸  Founder-built end-to-end: product design, full-stack engineering, payments, native Android/iOS.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AAAABB"/>
                </a:solidFill>
                <a:latin typeface="Helvetica Neue"/>
              </a:rPr>
              <a:t>▸  Day-1 OG founding-supporter tier live and generating Stripe revenue today.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AAAABB"/>
                </a:solidFill>
                <a:latin typeface="Helvetica Neue"/>
              </a:rPr>
              <a:t>▸  Stripe Connect, escrow, and money ledger wired end-to-end and tested.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AAAABB"/>
                </a:solidFill>
                <a:latin typeface="Helvetica Neue"/>
              </a:rPr>
              <a:t>▸  All revenue streams are either Live or flag-gated — none require future engineering.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7  ·  TRUST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Trust Is 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Does GUBER let anyone do anything?   →   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AAABB"/>
                </a:solidFill>
                <a:latin typeface="Helvetica Neue"/>
              </a:rPr>
              <a:t>Anyone can start.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9FF14"/>
                </a:solidFill>
                <a:latin typeface="Helvetica Neue"/>
              </a:rPr>
              <a:t>Trust is earned.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✓  </a:t>
            </a:r>
            <a:r>
              <a:rPr sz="1300">
                <a:solidFill>
                  <a:srgbClr val="FFFFFF"/>
                </a:solidFill>
              </a:rPr>
              <a:t>Completed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✓  </a:t>
            </a:r>
            <a:r>
              <a:rPr sz="1300">
                <a:solidFill>
                  <a:srgbClr val="FFFFFF"/>
                </a:solidFill>
              </a:rPr>
              <a:t>Ratings from both sides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✓  </a:t>
            </a:r>
            <a:r>
              <a:rPr sz="1300">
                <a:solidFill>
                  <a:srgbClr val="FFFFFF"/>
                </a:solidFill>
              </a:rPr>
              <a:t>GPS-verified proof submissions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✓  </a:t>
            </a:r>
            <a:r>
              <a:rPr sz="1300">
                <a:solidFill>
                  <a:srgbClr val="FFFFFF"/>
                </a:solidFill>
              </a:rPr>
              <a:t>ID + selfie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✓  </a:t>
            </a:r>
            <a:r>
              <a:rPr sz="1300">
                <a:solidFill>
                  <a:srgbClr val="FFFFFF"/>
                </a:solidFill>
              </a:rPr>
              <a:t>Consistency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E5FF"/>
                </a:solidFill>
                <a:latin typeface="Helvetica Neue"/>
              </a:rPr>
              <a:t>GUBER documents trust.  It does not assume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8  · 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Revenue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3657600" cy="205740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338328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9FF14"/>
                </a:solidFill>
                <a:latin typeface="Helvetica Neue"/>
              </a:rPr>
              <a:t>Platform Fees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20% job platform fee (from helper share)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3.2% processing fee (added on top)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4173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657600" cy="205740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81328"/>
            <a:ext cx="338328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100FF"/>
                </a:solidFill>
                <a:latin typeface="Helvetica Neue"/>
              </a:rPr>
              <a:t>Verify &amp; Inspect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Helpers earn $40–$120+ per job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Platform earns 20% on every V&amp;I transaction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371600"/>
            <a:ext cx="3657600" cy="205740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81328"/>
            <a:ext cx="338328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BFFF"/>
                </a:solidFill>
                <a:latin typeface="Helvetica Neue"/>
              </a:rPr>
              <a:t>Business Features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$99/mo Business Scout Plan (20 unlocks/mo)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$49 one-time business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14173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57600"/>
            <a:ext cx="3657600" cy="205740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67328"/>
            <a:ext cx="338328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9E0B"/>
                </a:solidFill>
                <a:latin typeface="Helvetica Neue"/>
              </a:rPr>
              <a:t>Premium Services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$4.99/mo Trust Box (AI detection)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Studio credit packs: $5–$200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Tiers: $10.99–$99/mo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033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57600"/>
            <a:ext cx="3657600" cy="205740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67328"/>
            <a:ext cx="338328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2C55E"/>
                </a:solidFill>
                <a:latin typeface="Helvetica Neue"/>
              </a:rPr>
              <a:t>Sponsorships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~60% gross margin on Cash Drop dollars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27 drops live in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033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3657600"/>
            <a:ext cx="3657600" cy="205740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767328"/>
            <a:ext cx="338328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Helvetica Neue"/>
              </a:rPr>
              <a:t>Future Expansion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B2B API verification fees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Observation marketplace 20% cut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AAABB"/>
                </a:solidFill>
                <a:latin typeface="Helvetica Neue"/>
              </a:rPr>
              <a:t>Instant cashout 2–5%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37033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855F7"/>
                </a:solidFill>
                <a:latin typeface="Helvetica Neue"/>
              </a:rPr>
              <a:t>Flag-gated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9FF14"/>
                </a:solidFill>
                <a:latin typeface="Helvetica Neue"/>
              </a:rPr>
              <a:t>Multiple revenue streams.  One ecosystem.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9  ·  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Distribution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AABB"/>
                </a:solidFill>
                <a:latin typeface="Helvetica Neue"/>
              </a:rPr>
              <a:t>Growth comes from community activation — not paid advertising.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532120" cy="118872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5257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9FF14"/>
                </a:solidFill>
                <a:latin typeface="Helvetica Neue"/>
              </a:rPr>
              <a:t>Local Launches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City-by-city rollout builds density before expanding.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737360"/>
            <a:ext cx="5532120" cy="118872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47088"/>
            <a:ext cx="5257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100FF"/>
                </a:solidFill>
                <a:latin typeface="Helvetica Neue"/>
              </a:rPr>
              <a:t>Cash Drops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Sponsored geo-targeted rewards drive real-world installs and word-of-mouth.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5532120" cy="118872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72968"/>
            <a:ext cx="5257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E5FF"/>
                </a:solidFill>
                <a:latin typeface="Helvetica Neue"/>
              </a:rPr>
              <a:t>Referral Loops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Every completed job creates a story worth sharing.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063240"/>
            <a:ext cx="5532120" cy="118872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72968"/>
            <a:ext cx="5257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9E0B"/>
                </a:solidFill>
                <a:latin typeface="Helvetica Neue"/>
              </a:rPr>
              <a:t>Verify &amp; Inspect Demand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B2B pull from buyers, dealers, insurers, and lenders.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5532120" cy="118872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98848"/>
            <a:ext cx="5257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2C55E"/>
                </a:solidFill>
                <a:latin typeface="Helvetica Neue"/>
              </a:rPr>
              <a:t>Business Partnerships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Local businesses unlock worker access through Scout Plan.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389120"/>
            <a:ext cx="5532120" cy="118872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98848"/>
            <a:ext cx="5257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Helvetica Neue"/>
              </a:rPr>
              <a:t>Social Media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AAAABB"/>
                </a:solidFill>
                <a:latin typeface="Helvetica Neue"/>
              </a:rPr>
              <a:t>Organic engagement across Facebook, TikTok, Instagram, LinkedIn, and 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9FF14"/>
                </a:solidFill>
                <a:latin typeface="Helvetica Neue"/>
              </a:rPr>
              <a:t>Growth is driven by visibility, participation, and community activation.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10  ·  SCALE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Expansion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5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FF14"/>
                </a:solidFill>
                <a:latin typeface="Helvetica Neue"/>
              </a:rPr>
              <a:t>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FF14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Start local.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105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Launch in a single city. Build density.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07208"/>
            <a:ext cx="5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FF14"/>
                </a:solidFill>
                <a:latin typeface="Helvetica Neue"/>
              </a:rPr>
              <a:t>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0428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FF14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042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Prove repeatability.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Document what works before scaling.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48456"/>
            <a:ext cx="5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FF14"/>
                </a:solidFill>
                <a:latin typeface="Helvetica Neue"/>
              </a:rPr>
              <a:t>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45536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FF14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4553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Expand city by 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93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Roll the playbook into new markets.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89704"/>
            <a:ext cx="5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9FF14"/>
                </a:solidFill>
                <a:latin typeface="Helvetica Neue"/>
              </a:rPr>
              <a:t>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86784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FF14"/>
                </a:solidFill>
                <a:latin typeface="Helvetica Neu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867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Expand region by region.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3425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Stack density across connected markets.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2803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9FF14"/>
                </a:solidFill>
                <a:latin typeface="Helvetica Neue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28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Expand nationally.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7550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The infrastructure is already built for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5544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A disciplined, asset-light expansion strategy.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AABB"/>
                </a:solidFill>
                <a:latin typeface="Helvetica Neue"/>
              </a:rPr>
              <a:t>The same infrastructure that powers one city powers all of them. No rebuild required. No new engineering team required. Just execution.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11  ·  WHY THIS SCALES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The Network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AAABB"/>
                </a:solidFill>
                <a:latin typeface="Helvetica Neue"/>
              </a:rPr>
              <a:t>Every completed task creates: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9FF14"/>
                </a:solidFill>
                <a:latin typeface="Helvetica Neue"/>
              </a:rPr>
              <a:t>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7830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D100FF"/>
                </a:solidFill>
                <a:latin typeface="Helvetica Neue"/>
              </a:rPr>
              <a:t>Reputation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830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0E5FF"/>
                </a:solidFill>
                <a:latin typeface="Helvetica Neue"/>
              </a:rPr>
              <a:t>Credibility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59E0B"/>
                </a:solidFill>
                <a:latin typeface="Helvetica Neue"/>
              </a:rPr>
              <a:t>Accountability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AAAABB"/>
                </a:solidFill>
                <a:latin typeface="Helvetica Neue"/>
              </a:rPr>
              <a:t>The more activity that occurs, the more valuable the platform becomes.</a:t>
            </a:r>
          </a:p>
          <a:p>
            <a:pPr algn="l">
              <a:spcAft>
                <a:spcPts val="400"/>
              </a:spcAft>
            </a:pPr>
            <a:r>
              <a:rPr sz="400" b="0" i="0">
                <a:solidFill>
                  <a:srgbClr val="FFFFFF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AAAABB"/>
                </a:solidFill>
                <a:latin typeface="Helvetica Neue"/>
              </a:rPr>
              <a:t>More workers build credibility.  More hirers trust the platform.  More businesses buy verification.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AAAABB"/>
                </a:solidFill>
                <a:latin typeface="Helvetica Neue"/>
              </a:rPr>
              <a:t>More sponsors fund Cash Drops.  More data strengthens trust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Trust is not purchased.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9FF14"/>
                </a:solidFill>
                <a:latin typeface="Helvetica Neue"/>
              </a:rPr>
              <a:t>It is built through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12  ·  COMPETITIVE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Why GUBER Can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1.  </a:t>
            </a:r>
            <a:r>
              <a:rPr sz="1300">
                <a:solidFill>
                  <a:srgbClr val="FFFFFF"/>
                </a:solidFill>
              </a:rPr>
              <a:t>Existing demand — people already need work, help, and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10881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2.  </a:t>
            </a:r>
            <a:r>
              <a:rPr sz="1300">
                <a:solidFill>
                  <a:srgbClr val="FFFFFF"/>
                </a:solidFill>
              </a:rPr>
              <a:t>Multiple revenue streams built and live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42616"/>
            <a:ext cx="10881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3.  </a:t>
            </a:r>
            <a:r>
              <a:rPr sz="1300">
                <a:solidFill>
                  <a:srgbClr val="FFFFFF"/>
                </a:solidFill>
              </a:rPr>
              <a:t>Asset-light software model — infrastructure cost near zero at idle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55264"/>
            <a:ext cx="10881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4.  </a:t>
            </a:r>
            <a:r>
              <a:rPr sz="1300">
                <a:solidFill>
                  <a:srgbClr val="FFFFFF"/>
                </a:solidFill>
              </a:rPr>
              <a:t>Local-first expansion — density before breadth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67912"/>
            <a:ext cx="10881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5.  </a:t>
            </a:r>
            <a:r>
              <a:rPr sz="1300">
                <a:solidFill>
                  <a:srgbClr val="FFFFFF"/>
                </a:solidFill>
              </a:rPr>
              <a:t>Marketplace + verification advantages compound with 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881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6.  </a:t>
            </a:r>
            <a:r>
              <a:rPr sz="1300">
                <a:solidFill>
                  <a:srgbClr val="FFFFFF"/>
                </a:solidFill>
              </a:rPr>
              <a:t>Trust grows automatically as the platform scales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93208"/>
            <a:ext cx="10881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300" b="1">
                <a:solidFill>
                  <a:srgbClr val="39FF14"/>
                </a:solidFill>
              </a:rPr>
              <a:t>7.  </a:t>
            </a:r>
            <a:r>
              <a:rPr sz="1300">
                <a:solidFill>
                  <a:srgbClr val="FFFFFF"/>
                </a:solidFill>
              </a:rPr>
              <a:t>Does not require changing human behavior — people already transact locally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9FF14"/>
                </a:solidFill>
                <a:latin typeface="Helvetica Neue"/>
              </a:rPr>
              <a:t>People already need work, help, and proof.   GUBER simply makes it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13  ·  THE LONG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Helvetica Neue"/>
              </a:rPr>
              <a:t>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The long-term vision is simple.</a:t>
            </a:r>
          </a:p>
          <a:p>
            <a:pPr algn="l">
              <a:spcAft>
                <a:spcPts val="600"/>
              </a:spcAft>
            </a:pPr>
            <a:r>
              <a:rPr sz="600" b="0" i="0">
                <a:solidFill>
                  <a:srgbClr val="FFFFFF"/>
                </a:solidFill>
                <a:latin typeface="Helvetica Neue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Helvetica Neue"/>
              </a:rPr>
              <a:t>Create a platform where opportunity, work, verification, and trust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become visible in real time — in every community across the country.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39FF14"/>
                </a:solidFill>
                <a:latin typeface="Helvetica Neue"/>
              </a:rPr>
              <a:t>Helping people create value in themselves.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14  · 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Investment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39FF14"/>
                </a:solidFill>
                <a:latin typeface="Helvetica Neue"/>
              </a:rPr>
              <a:t>$1,000,000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Target raise over 18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$15M early-stage valuation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AAABB"/>
                </a:solidFill>
                <a:latin typeface="Helvetica Neue"/>
              </a:rPr>
              <a:t>Early-stage round. Capital goes straight to growth — not engineering. The product is already built.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AAABB"/>
                </a:solidFill>
                <a:latin typeface="Helvetica Neue"/>
              </a:rPr>
              <a:t>USE OF FUNDS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993392"/>
            <a:ext cx="1042415" cy="10972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Product Development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737360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39FF14"/>
                </a:solidFill>
                <a:latin typeface="Helvetica Neue"/>
              </a:rPr>
              <a:t>30%  $300K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560320"/>
            <a:ext cx="868680" cy="109728"/>
          </a:xfrm>
          <a:prstGeom prst="rect">
            <a:avLst/>
          </a:prstGeom>
          <a:solidFill>
            <a:srgbClr val="D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0428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Marketing, Growth &amp; Community Activation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304288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D100FF"/>
                </a:solidFill>
                <a:latin typeface="Helvetica Neue"/>
              </a:rPr>
              <a:t>25%  $250K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127248"/>
            <a:ext cx="521207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71216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Operations, Compliance &amp; Trust /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871216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Helvetica Neue"/>
              </a:rPr>
              <a:t>15%  $150K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694176"/>
            <a:ext cx="34747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438144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Business Development &amp;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43814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22C55E"/>
                </a:solidFill>
                <a:latin typeface="Helvetica Neue"/>
              </a:rPr>
              <a:t>10%  $100K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261104"/>
            <a:ext cx="347472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0507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Customer Support, Moderation &amp; QC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40050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A855F7"/>
                </a:solidFill>
                <a:latin typeface="Helvetica Neue"/>
              </a:rPr>
              <a:t>10%  $100K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828032"/>
            <a:ext cx="173736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Infrastructure, Cloud &amp; Platform Scaling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572000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00E5FF"/>
                </a:solidFill>
                <a:latin typeface="Helvetica Neue"/>
              </a:rPr>
              <a:t>5%  $50K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394960"/>
            <a:ext cx="173736" cy="109728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13892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Working Capital &amp; Contingency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5138928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AAAABB"/>
                </a:solidFill>
                <a:latin typeface="Helvetica Neue"/>
              </a:rPr>
              <a:t>5%  $50K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15  ·  BUILT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Helvetica Neue"/>
              </a:rPr>
              <a:t>The Corporate Stack Is Already In Place.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AABB"/>
                </a:solidFill>
                <a:latin typeface="Helvetica Neue"/>
              </a:rPr>
              <a:t>No co-founders to negotiate with.  No prior raise to clean up.  No cap-table baggage.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532120" cy="150876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525780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9FF14"/>
                </a:solidFill>
                <a:latin typeface="Helvetica Neue"/>
              </a:rPr>
              <a:t>Delaware LLC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GUBER Global LLC — Delaware-formed, the structure investors already know how to underwrite.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828800"/>
            <a:ext cx="5532120" cy="150876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38528"/>
            <a:ext cx="525780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E5FF"/>
                </a:solidFill>
                <a:latin typeface="Helvetica Neue"/>
              </a:rPr>
              <a:t>GUBER Trademark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U.S. trademark application filed — protecting the brand mark from day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5532120" cy="150876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84448"/>
            <a:ext cx="525780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100FF"/>
                </a:solidFill>
                <a:latin typeface="Helvetica Neue"/>
              </a:rPr>
              <a:t>DUNS Number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Issued — required for Apple Developer enrollment, Google Play business verification, and B2B procurement.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474720"/>
            <a:ext cx="5532120" cy="1508760"/>
          </a:xfrm>
          <a:prstGeom prst="rect">
            <a:avLst/>
          </a:prstGeom>
          <a:solidFill>
            <a:srgbClr val="12121E"/>
          </a:solidFill>
          <a:ln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584448"/>
            <a:ext cx="525780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9E0B"/>
                </a:solidFill>
                <a:latin typeface="Helvetica Neue"/>
              </a:rPr>
              <a:t>100% Founder-Owned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AAABB"/>
                </a:solidFill>
                <a:latin typeface="Helvetica Neue"/>
              </a:rPr>
              <a:t>No prior dilution. No SAFEs in the drawer. Whatever you write is the cap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· guberapp.com · Guberapp.global@gmail.com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57200" y="1645920"/>
            <a:ext cx="13258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8000" b="1">
                <a:solidFill>
                  <a:srgbClr val="141422"/>
                </a:solidFill>
                <a:latin typeface="Helvetica Neue"/>
              </a:rPr>
              <a:t>GUBER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9FF14"/>
                </a:solidFill>
                <a:latin typeface="Helvetica Neue"/>
              </a:rPr>
              <a:t>SLIDE 16  · 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Less talk. Straight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AABB"/>
                </a:solidFill>
                <a:latin typeface="Helvetica Neue"/>
              </a:rPr>
              <a:t>This brief is intentionally private. If you're reading it, the founder believes you can move quickly.
Email, call, or text — same hour, same day. Every serious inbound gets a serious reply.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280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AAABB"/>
                </a:solidFill>
                <a:latin typeface="Helvetica Neue"/>
              </a:rP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606040"/>
            <a:ext cx="7315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Dimetris Bowden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280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AAABB"/>
                </a:solidFill>
                <a:latin typeface="Helvetica Neue"/>
              </a:rPr>
              <a:t>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154680"/>
            <a:ext cx="7315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AABB"/>
                </a:solidFill>
                <a:latin typeface="Helvetica Neue"/>
              </a:rPr>
              <a:t>Founder &amp; CEO · 100% owner, GUBER Global LLC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280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AAABB"/>
                </a:solidFill>
                <a:latin typeface="Helvetica Neue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703320"/>
            <a:ext cx="7315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9FF14"/>
                </a:solidFill>
                <a:latin typeface="Helvetica Neue"/>
              </a:rPr>
              <a:t>Guberapp.global@gmail.com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1280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AAABB"/>
                </a:solidFill>
                <a:latin typeface="Helvetica Neue"/>
              </a:rPr>
              <a:t>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251960"/>
            <a:ext cx="7315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0E5FF"/>
                </a:solidFill>
                <a:latin typeface="Helvetica Neue"/>
              </a:rPr>
              <a:t>(251) 284-9412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280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AAABB"/>
                </a:solidFill>
                <a:latin typeface="Helvetica Neue"/>
              </a:rP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00600"/>
            <a:ext cx="7315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100FF"/>
                </a:solidFill>
                <a:latin typeface="Helvetica Neue"/>
              </a:rPr>
              <a:t>guberapp.com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AAAABB"/>
                </a:solidFill>
                <a:latin typeface="Helvetica Neue"/>
              </a:rPr>
              <a:t>LinkedIn: linkedin.com/company/guber-global   ·   Facebook: facebook.com/guberapp   ·   TikTok: @guberapp   ·   Instagram: @guberapp   ·   X: @guberapp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AAAABB"/>
                </a:solidFill>
                <a:latin typeface="Helvetica Neue"/>
              </a:rPr>
              <a:t>Confidential — for invited investors only. Do not redistribute.   ·   guberapp.com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